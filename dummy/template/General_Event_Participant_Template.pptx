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Joliet" panose="020B0604020202020204" charset="0"/>
      <p:regular r:id="rId3"/>
    </p:embeddedFont>
    <p:embeddedFont>
      <p:font typeface="Optima" panose="020B0604020202020204" charset="0"/>
      <p:regular r:id="rId4"/>
    </p:embeddedFont>
    <p:embeddedFont>
      <p:font typeface="Pastone" panose="02000500000000000000" charset="0"/>
      <p:regular r:id="rId5"/>
    </p:embeddedFont>
    <p:embeddedFont>
      <p:font typeface="RoxboroughCF" panose="020B0604020202020204" charset="0"/>
      <p:regular r:id="rId6"/>
    </p:embeddedFont>
    <p:embeddedFont>
      <p:font typeface="Unna Italics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38" d="100"/>
          <a:sy n="138" d="100"/>
        </p:scale>
        <p:origin x="1788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3877" y="233455"/>
            <a:ext cx="10324246" cy="7093090"/>
            <a:chOff x="0" y="0"/>
            <a:chExt cx="13765662" cy="9457454"/>
          </a:xfrm>
        </p:grpSpPr>
        <p:sp>
          <p:nvSpPr>
            <p:cNvPr id="3" name="Freeform 3"/>
            <p:cNvSpPr/>
            <p:nvPr/>
          </p:nvSpPr>
          <p:spPr>
            <a:xfrm rot="5400000">
              <a:off x="1350683" y="-1350683"/>
              <a:ext cx="4181465" cy="6882831"/>
            </a:xfrm>
            <a:custGeom>
              <a:avLst/>
              <a:gdLst/>
              <a:ahLst/>
              <a:cxnLst/>
              <a:rect l="l" t="t" r="r" b="b"/>
              <a:pathLst>
                <a:path w="4181465" h="6882831">
                  <a:moveTo>
                    <a:pt x="0" y="0"/>
                  </a:moveTo>
                  <a:lnTo>
                    <a:pt x="4181465" y="0"/>
                  </a:lnTo>
                  <a:lnTo>
                    <a:pt x="4181465" y="6882831"/>
                  </a:lnTo>
                  <a:lnTo>
                    <a:pt x="0" y="6882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0000" r="-119471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5400000" flipV="1">
              <a:off x="8233514" y="-1350683"/>
              <a:ext cx="4181465" cy="6882831"/>
            </a:xfrm>
            <a:custGeom>
              <a:avLst/>
              <a:gdLst/>
              <a:ahLst/>
              <a:cxnLst/>
              <a:rect l="l" t="t" r="r" b="b"/>
              <a:pathLst>
                <a:path w="4181465" h="6882831">
                  <a:moveTo>
                    <a:pt x="0" y="6882831"/>
                  </a:moveTo>
                  <a:lnTo>
                    <a:pt x="4181465" y="6882831"/>
                  </a:lnTo>
                  <a:lnTo>
                    <a:pt x="4181465" y="0"/>
                  </a:lnTo>
                  <a:lnTo>
                    <a:pt x="0" y="0"/>
                  </a:lnTo>
                  <a:lnTo>
                    <a:pt x="0" y="6882831"/>
                  </a:lnTo>
                  <a:close/>
                </a:path>
              </a:pathLst>
            </a:custGeom>
            <a:blipFill>
              <a:blip r:embed="rId2"/>
              <a:stretch>
                <a:fillRect t="-100000" r="-11947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5400000" flipH="1">
              <a:off x="1350683" y="3925306"/>
              <a:ext cx="4181465" cy="6882831"/>
            </a:xfrm>
            <a:custGeom>
              <a:avLst/>
              <a:gdLst/>
              <a:ahLst/>
              <a:cxnLst/>
              <a:rect l="l" t="t" r="r" b="b"/>
              <a:pathLst>
                <a:path w="4181465" h="6882831">
                  <a:moveTo>
                    <a:pt x="4181465" y="0"/>
                  </a:moveTo>
                  <a:lnTo>
                    <a:pt x="0" y="0"/>
                  </a:lnTo>
                  <a:lnTo>
                    <a:pt x="0" y="6882831"/>
                  </a:lnTo>
                  <a:lnTo>
                    <a:pt x="4181465" y="6882831"/>
                  </a:lnTo>
                  <a:lnTo>
                    <a:pt x="4181465" y="0"/>
                  </a:lnTo>
                  <a:close/>
                </a:path>
              </a:pathLst>
            </a:custGeom>
            <a:blipFill>
              <a:blip r:embed="rId2"/>
              <a:stretch>
                <a:fillRect t="-100000" r="-119471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 flipH="1" flipV="1">
              <a:off x="8233514" y="3925306"/>
              <a:ext cx="4181465" cy="6882831"/>
            </a:xfrm>
            <a:custGeom>
              <a:avLst/>
              <a:gdLst/>
              <a:ahLst/>
              <a:cxnLst/>
              <a:rect l="l" t="t" r="r" b="b"/>
              <a:pathLst>
                <a:path w="4181465" h="6882831">
                  <a:moveTo>
                    <a:pt x="4181465" y="6882831"/>
                  </a:moveTo>
                  <a:lnTo>
                    <a:pt x="0" y="6882831"/>
                  </a:lnTo>
                  <a:lnTo>
                    <a:pt x="0" y="0"/>
                  </a:lnTo>
                  <a:lnTo>
                    <a:pt x="4181465" y="0"/>
                  </a:lnTo>
                  <a:lnTo>
                    <a:pt x="4181465" y="6882831"/>
                  </a:lnTo>
                  <a:close/>
                </a:path>
              </a:pathLst>
            </a:custGeom>
            <a:blipFill>
              <a:blip r:embed="rId2"/>
              <a:stretch>
                <a:fillRect t="-100000" r="-11947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65200" y="4175223"/>
            <a:ext cx="8763000" cy="1104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1889" dirty="0">
                <a:solidFill>
                  <a:srgbClr val="653313"/>
                </a:solidFill>
                <a:latin typeface="Optima"/>
                <a:ea typeface="Optima"/>
                <a:cs typeface="Optima"/>
                <a:sym typeface="Optima"/>
              </a:rPr>
              <a:t>in recognition for their active participation in &lt;&lt;</a:t>
            </a:r>
            <a:r>
              <a:rPr lang="en-US" sz="1889" dirty="0" err="1">
                <a:solidFill>
                  <a:srgbClr val="653313"/>
                </a:solidFill>
                <a:latin typeface="Optima"/>
                <a:ea typeface="Optima"/>
                <a:cs typeface="Optima"/>
                <a:sym typeface="Optima"/>
              </a:rPr>
              <a:t>event_name</a:t>
            </a:r>
            <a:r>
              <a:rPr lang="en-US" sz="1889" dirty="0">
                <a:solidFill>
                  <a:srgbClr val="653313"/>
                </a:solidFill>
                <a:latin typeface="Optima"/>
                <a:ea typeface="Optima"/>
                <a:cs typeface="Optima"/>
                <a:sym typeface="Optima"/>
              </a:rPr>
              <a:t>&gt;&gt; </a:t>
            </a:r>
          </a:p>
          <a:p>
            <a:pPr algn="ctr">
              <a:lnSpc>
                <a:spcPts val="2871"/>
              </a:lnSpc>
            </a:pPr>
            <a:r>
              <a:rPr lang="en-US" sz="1889" dirty="0">
                <a:solidFill>
                  <a:srgbClr val="653313"/>
                </a:solidFill>
                <a:latin typeface="Optima"/>
                <a:ea typeface="Optima"/>
                <a:cs typeface="Optima"/>
                <a:sym typeface="Optima"/>
              </a:rPr>
              <a:t>at IITM Paradox'26.</a:t>
            </a:r>
          </a:p>
          <a:p>
            <a:pPr algn="ctr">
              <a:lnSpc>
                <a:spcPts val="2871"/>
              </a:lnSpc>
            </a:pPr>
            <a:endParaRPr lang="en-US" sz="1889" dirty="0">
              <a:solidFill>
                <a:srgbClr val="653313"/>
              </a:solidFill>
              <a:latin typeface="Optima"/>
              <a:ea typeface="Optima"/>
              <a:cs typeface="Optima"/>
              <a:sym typeface="Optim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31132" y="1260796"/>
            <a:ext cx="4029735" cy="535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7"/>
              </a:lnSpc>
            </a:pPr>
            <a:r>
              <a:rPr lang="en-US" sz="2976" spc="443">
                <a:solidFill>
                  <a:srgbClr val="653313"/>
                </a:solidFill>
                <a:latin typeface="Pastone"/>
                <a:ea typeface="Pastone"/>
                <a:cs typeface="Pastone"/>
                <a:sym typeface="Pastone"/>
              </a:rPr>
              <a:t>CERTIFICATE OF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27205" y="1585815"/>
            <a:ext cx="5837591" cy="115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5"/>
              </a:lnSpc>
            </a:pPr>
            <a:r>
              <a:rPr lang="en-US" sz="6478">
                <a:solidFill>
                  <a:srgbClr val="653313"/>
                </a:solidFill>
                <a:latin typeface="Pastone"/>
                <a:ea typeface="Pastone"/>
                <a:cs typeface="Pastone"/>
                <a:sym typeface="Pastone"/>
              </a:rPr>
              <a:t>PARTICIPATION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04903" y="3005011"/>
            <a:ext cx="2083594" cy="36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19"/>
              </a:lnSpc>
              <a:spcBef>
                <a:spcPct val="0"/>
              </a:spcBef>
            </a:pPr>
            <a:r>
              <a:rPr lang="en-US" sz="1789" dirty="0">
                <a:solidFill>
                  <a:srgbClr val="653313"/>
                </a:solidFill>
                <a:latin typeface="Optima"/>
                <a:ea typeface="Optima"/>
                <a:cs typeface="Optima"/>
                <a:sym typeface="Optima"/>
              </a:rPr>
              <a:t>Proudly presented to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9587" y="5466558"/>
            <a:ext cx="7155652" cy="853839"/>
            <a:chOff x="0" y="0"/>
            <a:chExt cx="9540870" cy="1138452"/>
          </a:xfrm>
        </p:grpSpPr>
        <p:sp>
          <p:nvSpPr>
            <p:cNvPr id="12" name="Freeform 12"/>
            <p:cNvSpPr/>
            <p:nvPr/>
          </p:nvSpPr>
          <p:spPr>
            <a:xfrm>
              <a:off x="0" y="30637"/>
              <a:ext cx="1111249" cy="1085547"/>
            </a:xfrm>
            <a:custGeom>
              <a:avLst/>
              <a:gdLst/>
              <a:ahLst/>
              <a:cxnLst/>
              <a:rect l="l" t="t" r="r" b="b"/>
              <a:pathLst>
                <a:path w="1111249" h="1085547">
                  <a:moveTo>
                    <a:pt x="0" y="0"/>
                  </a:moveTo>
                  <a:lnTo>
                    <a:pt x="1111249" y="0"/>
                  </a:lnTo>
                  <a:lnTo>
                    <a:pt x="1111249" y="1085547"/>
                  </a:lnTo>
                  <a:lnTo>
                    <a:pt x="0" y="1085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45" b="-19827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05839" y="0"/>
              <a:ext cx="1138452" cy="1138452"/>
            </a:xfrm>
            <a:custGeom>
              <a:avLst/>
              <a:gdLst/>
              <a:ahLst/>
              <a:cxnLst/>
              <a:rect l="l" t="t" r="r" b="b"/>
              <a:pathLst>
                <a:path w="1138452" h="1138452">
                  <a:moveTo>
                    <a:pt x="0" y="0"/>
                  </a:moveTo>
                  <a:lnTo>
                    <a:pt x="1138452" y="0"/>
                  </a:lnTo>
                  <a:lnTo>
                    <a:pt x="1138452" y="1138452"/>
                  </a:lnTo>
                  <a:lnTo>
                    <a:pt x="0" y="1138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844742" y="169644"/>
              <a:ext cx="2696128" cy="29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47"/>
                </a:lnSpc>
                <a:spcBef>
                  <a:spcPct val="0"/>
                </a:spcBef>
              </a:pPr>
              <a:r>
                <a:rPr lang="en-US" sz="1319" u="none" strike="noStrike">
                  <a:solidFill>
                    <a:srgbClr val="8352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MS. KOTHAINAYAKI SK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05615" y="578751"/>
              <a:ext cx="1974381" cy="424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62"/>
                </a:lnSpc>
              </a:pPr>
              <a:r>
                <a:rPr lang="en-US" sz="1147" i="1">
                  <a:solidFill>
                    <a:srgbClr val="835200"/>
                  </a:solidFill>
                  <a:latin typeface="Unna Italics"/>
                  <a:ea typeface="Unna Italics"/>
                  <a:cs typeface="Unna Italics"/>
                  <a:sym typeface="Unna Italics"/>
                </a:rPr>
                <a:t>Head, Student Affairs</a:t>
              </a:r>
            </a:p>
            <a:p>
              <a:pPr algn="ctr">
                <a:lnSpc>
                  <a:spcPts val="1262"/>
                </a:lnSpc>
              </a:pPr>
              <a:r>
                <a:rPr lang="en-US" sz="1147" i="1">
                  <a:solidFill>
                    <a:srgbClr val="835200"/>
                  </a:solidFill>
                  <a:latin typeface="Unna Italics"/>
                  <a:ea typeface="Unna Italics"/>
                  <a:cs typeface="Unna Italics"/>
                  <a:sym typeface="Unna Italics"/>
                </a:rPr>
                <a:t>IITM BS Degree Program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09960" y="3130556"/>
            <a:ext cx="8873480" cy="95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52"/>
              </a:lnSpc>
              <a:spcBef>
                <a:spcPct val="0"/>
              </a:spcBef>
            </a:pPr>
            <a:r>
              <a:rPr lang="en-US" sz="5609" dirty="0">
                <a:solidFill>
                  <a:srgbClr val="653313"/>
                </a:solidFill>
                <a:latin typeface="Joliet"/>
                <a:ea typeface="Joliet"/>
                <a:cs typeface="Joliet"/>
                <a:sym typeface="Joliet"/>
              </a:rPr>
              <a:t>&lt;&lt;name&gt;&gt;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Pastone</vt:lpstr>
      <vt:lpstr>Unna Italics</vt:lpstr>
      <vt:lpstr>Optima</vt:lpstr>
      <vt:lpstr>RoxboroughCF</vt:lpstr>
      <vt:lpstr>Joliet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PARADOX'26 CERTIFICATES</dc:title>
  <cp:lastModifiedBy>trebz</cp:lastModifiedBy>
  <cp:revision>2</cp:revision>
  <dcterms:created xsi:type="dcterms:W3CDTF">2006-08-16T00:00:00Z</dcterms:created>
  <dcterms:modified xsi:type="dcterms:W3CDTF">2026-07-02T09:13:05Z</dcterms:modified>
  <dc:identifier>DAHLCC4ltys</dc:identifier>
</cp:coreProperties>
</file>