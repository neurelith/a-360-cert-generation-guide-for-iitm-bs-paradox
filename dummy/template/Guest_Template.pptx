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Joliet" charset="1" panose="00000500000000000000"/>
      <p:regular r:id="rId7"/>
    </p:embeddedFont>
    <p:embeddedFont>
      <p:font typeface="Pastone" charset="1" panose="02000500000000000000"/>
      <p:regular r:id="rId8"/>
    </p:embeddedFont>
    <p:embeddedFont>
      <p:font typeface="HK Grotesk" charset="1" panose="00000500000000000000"/>
      <p:regular r:id="rId9"/>
    </p:embeddedFont>
    <p:embeddedFont>
      <p:font typeface="Roxaine Serif PERSONAL USE" charset="1" panose="00000000000000000000"/>
      <p:regular r:id="rId10"/>
    </p:embeddedFont>
    <p:embeddedFont>
      <p:font typeface="RoxboroughCF" charset="1" panose="00000500000000000000"/>
      <p:regular r:id="rId11"/>
    </p:embeddedFont>
    <p:embeddedFont>
      <p:font typeface="Unna Italics" charset="1" panose="020405030707050902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Relationship Id="rId12" Type="http://schemas.openxmlformats.org/officeDocument/2006/relationships/font" Target="fonts/font1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63573" y="2810686"/>
            <a:ext cx="5964854" cy="106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92"/>
              </a:lnSpc>
              <a:spcBef>
                <a:spcPct val="0"/>
              </a:spcBef>
            </a:pPr>
            <a:r>
              <a:rPr lang="en-US" sz="6209">
                <a:solidFill>
                  <a:srgbClr val="000558"/>
                </a:solidFill>
                <a:latin typeface="Joliet"/>
                <a:ea typeface="Joliet"/>
                <a:cs typeface="Joliet"/>
                <a:sym typeface="Joliet"/>
              </a:rPr>
              <a:t>&lt;&lt;name&gt;&gt;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72583" y="348520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7295417" y="348520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3024000" y="0"/>
                </a:moveTo>
                <a:lnTo>
                  <a:pt x="0" y="0"/>
                </a:lnTo>
                <a:lnTo>
                  <a:pt x="0" y="3024000"/>
                </a:lnTo>
                <a:lnTo>
                  <a:pt x="3024000" y="3024000"/>
                </a:lnTo>
                <a:lnTo>
                  <a:pt x="302400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2583" y="4187480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3024000"/>
                </a:moveTo>
                <a:lnTo>
                  <a:pt x="3024000" y="3024000"/>
                </a:lnTo>
                <a:lnTo>
                  <a:pt x="3024000" y="0"/>
                </a:lnTo>
                <a:lnTo>
                  <a:pt x="0" y="0"/>
                </a:lnTo>
                <a:lnTo>
                  <a:pt x="0" y="302400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7295417" y="4187480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3024000" y="3024000"/>
                </a:moveTo>
                <a:lnTo>
                  <a:pt x="0" y="3024000"/>
                </a:lnTo>
                <a:lnTo>
                  <a:pt x="0" y="0"/>
                </a:lnTo>
                <a:lnTo>
                  <a:pt x="3024000" y="0"/>
                </a:lnTo>
                <a:lnTo>
                  <a:pt x="3024000" y="302400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595664" y="2361145"/>
            <a:ext cx="5500671" cy="331995"/>
            <a:chOff x="0" y="0"/>
            <a:chExt cx="3701518" cy="2234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01517" cy="223406"/>
            </a:xfrm>
            <a:custGeom>
              <a:avLst/>
              <a:gdLst/>
              <a:ahLst/>
              <a:cxnLst/>
              <a:rect r="r" b="b" t="t" l="l"/>
              <a:pathLst>
                <a:path h="223406" w="3701517">
                  <a:moveTo>
                    <a:pt x="0" y="0"/>
                  </a:moveTo>
                  <a:lnTo>
                    <a:pt x="3701517" y="0"/>
                  </a:lnTo>
                  <a:lnTo>
                    <a:pt x="3701517" y="223406"/>
                  </a:lnTo>
                  <a:lnTo>
                    <a:pt x="0" y="223406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701518" cy="242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267844" y="2405558"/>
            <a:ext cx="6156312" cy="25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6"/>
              </a:lnSpc>
            </a:pPr>
            <a:r>
              <a:rPr lang="en-US" sz="1397" spc="247">
                <a:solidFill>
                  <a:srgbClr val="000558"/>
                </a:solidFill>
                <a:latin typeface="Pastone"/>
                <a:ea typeface="Pastone"/>
                <a:cs typeface="Pastone"/>
                <a:sym typeface="Pastone"/>
              </a:rPr>
              <a:t>THIS CERTIFICATE IS PROUDLY PRESENTED TO: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4583" y="3986296"/>
            <a:ext cx="6922835" cy="82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6"/>
              </a:lnSpc>
            </a:pPr>
            <a:r>
              <a:rPr lang="en-US" sz="1529" spc="68">
                <a:solidFill>
                  <a:srgbClr val="000558"/>
                </a:solidFill>
                <a:latin typeface="HK Grotesk"/>
                <a:ea typeface="HK Grotesk"/>
                <a:cs typeface="HK Grotesk"/>
                <a:sym typeface="HK Grotesk"/>
              </a:rPr>
              <a:t>in </a:t>
            </a:r>
            <a:r>
              <a:rPr lang="en-US" sz="1529" spc="68">
                <a:solidFill>
                  <a:srgbClr val="000558"/>
                </a:solidFill>
                <a:latin typeface="HK Grotesk"/>
                <a:ea typeface="HK Grotesk"/>
                <a:cs typeface="HK Grotesk"/>
                <a:sym typeface="HK Grotesk"/>
              </a:rPr>
              <a:t>recognition of your invaluable contribution and guidance as a guest</a:t>
            </a:r>
          </a:p>
          <a:p>
            <a:pPr algn="ctr">
              <a:lnSpc>
                <a:spcPts val="2186"/>
              </a:lnSpc>
            </a:pPr>
            <a:r>
              <a:rPr lang="en-US" sz="1529" spc="68">
                <a:solidFill>
                  <a:srgbClr val="000558"/>
                </a:solidFill>
                <a:latin typeface="HK Grotesk"/>
                <a:ea typeface="HK Grotesk"/>
                <a:cs typeface="HK Grotesk"/>
                <a:sym typeface="HK Grotesk"/>
              </a:rPr>
              <a:t>at &lt;&lt;event_name&gt;&gt;</a:t>
            </a:r>
          </a:p>
          <a:p>
            <a:pPr algn="ctr">
              <a:lnSpc>
                <a:spcPts val="2186"/>
              </a:lnSpc>
            </a:pPr>
            <a:r>
              <a:rPr lang="en-US" sz="1529" spc="68">
                <a:solidFill>
                  <a:srgbClr val="000558"/>
                </a:solidFill>
                <a:latin typeface="HK Grotesk"/>
                <a:ea typeface="HK Grotesk"/>
                <a:cs typeface="HK Grotesk"/>
                <a:sym typeface="HK Grotesk"/>
              </a:rPr>
              <a:t>Thank you for making this event a success.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26842" y="733418"/>
            <a:ext cx="4038317" cy="6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3"/>
              </a:lnSpc>
              <a:spcBef>
                <a:spcPct val="0"/>
              </a:spcBef>
            </a:pPr>
            <a:r>
              <a:rPr lang="en-US" sz="3481">
                <a:solidFill>
                  <a:srgbClr val="000558"/>
                </a:solidFill>
                <a:latin typeface="Roxaine Serif PERSONAL USE"/>
                <a:ea typeface="Roxaine Serif PERSONAL USE"/>
                <a:cs typeface="Roxaine Serif PERSONAL USE"/>
                <a:sym typeface="Roxaine Serif PERSONAL USE"/>
              </a:rPr>
              <a:t>Certificate of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286028" y="1158750"/>
            <a:ext cx="11264057" cy="1082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42"/>
              </a:lnSpc>
              <a:spcBef>
                <a:spcPct val="0"/>
              </a:spcBef>
            </a:pPr>
            <a:r>
              <a:rPr lang="en-US" sz="5959" spc="-286">
                <a:solidFill>
                  <a:srgbClr val="000558"/>
                </a:solidFill>
                <a:latin typeface="Pastone"/>
                <a:ea typeface="Pastone"/>
                <a:cs typeface="Pastone"/>
                <a:sym typeface="Pastone"/>
              </a:rPr>
              <a:t>APPRECIATION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28295" y="3714139"/>
            <a:ext cx="176963" cy="139520"/>
          </a:xfrm>
          <a:custGeom>
            <a:avLst/>
            <a:gdLst/>
            <a:ahLst/>
            <a:cxnLst/>
            <a:rect r="r" b="b" t="t" l="l"/>
            <a:pathLst>
              <a:path h="139520" w="176963">
                <a:moveTo>
                  <a:pt x="0" y="0"/>
                </a:moveTo>
                <a:lnTo>
                  <a:pt x="176963" y="0"/>
                </a:lnTo>
                <a:lnTo>
                  <a:pt x="176963" y="139520"/>
                </a:lnTo>
                <a:lnTo>
                  <a:pt x="0" y="139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20578" t="0" r="-813937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98647" y="3714139"/>
            <a:ext cx="176963" cy="139520"/>
          </a:xfrm>
          <a:custGeom>
            <a:avLst/>
            <a:gdLst/>
            <a:ahLst/>
            <a:cxnLst/>
            <a:rect r="r" b="b" t="t" l="l"/>
            <a:pathLst>
              <a:path h="139520" w="176963">
                <a:moveTo>
                  <a:pt x="0" y="0"/>
                </a:moveTo>
                <a:lnTo>
                  <a:pt x="176963" y="0"/>
                </a:lnTo>
                <a:lnTo>
                  <a:pt x="176963" y="139520"/>
                </a:lnTo>
                <a:lnTo>
                  <a:pt x="0" y="139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20578" t="0" r="-813937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69587" y="5272560"/>
            <a:ext cx="7155652" cy="853839"/>
            <a:chOff x="0" y="0"/>
            <a:chExt cx="9540870" cy="11384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30637"/>
              <a:ext cx="1111249" cy="1085547"/>
            </a:xfrm>
            <a:custGeom>
              <a:avLst/>
              <a:gdLst/>
              <a:ahLst/>
              <a:cxnLst/>
              <a:rect r="r" b="b" t="t" l="l"/>
              <a:pathLst>
                <a:path h="1085547" w="1111249">
                  <a:moveTo>
                    <a:pt x="0" y="0"/>
                  </a:moveTo>
                  <a:lnTo>
                    <a:pt x="1111249" y="0"/>
                  </a:lnTo>
                  <a:lnTo>
                    <a:pt x="1111249" y="1085547"/>
                  </a:lnTo>
                  <a:lnTo>
                    <a:pt x="0" y="1085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345" b="-19827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205839" y="0"/>
              <a:ext cx="1138452" cy="1138452"/>
            </a:xfrm>
            <a:custGeom>
              <a:avLst/>
              <a:gdLst/>
              <a:ahLst/>
              <a:cxnLst/>
              <a:rect r="r" b="b" t="t" l="l"/>
              <a:pathLst>
                <a:path h="1138452" w="1138452">
                  <a:moveTo>
                    <a:pt x="0" y="0"/>
                  </a:moveTo>
                  <a:lnTo>
                    <a:pt x="1138452" y="0"/>
                  </a:lnTo>
                  <a:lnTo>
                    <a:pt x="1138452" y="1138452"/>
                  </a:lnTo>
                  <a:lnTo>
                    <a:pt x="0" y="1138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6844742" y="169644"/>
              <a:ext cx="2696128" cy="292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47"/>
                </a:lnSpc>
                <a:spcBef>
                  <a:spcPct val="0"/>
                </a:spcBef>
              </a:pPr>
              <a:r>
                <a:rPr lang="en-US" sz="1319" strike="noStrike" u="none">
                  <a:solidFill>
                    <a:srgbClr val="000558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MS. KOTHAINAYAKI SK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205615" y="578751"/>
              <a:ext cx="1974381" cy="424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"/>
                </a:lnSpc>
              </a:pPr>
              <a:r>
                <a:rPr lang="en-US" sz="1147" i="true">
                  <a:solidFill>
                    <a:srgbClr val="000558"/>
                  </a:solidFill>
                  <a:latin typeface="Unna Italics"/>
                  <a:ea typeface="Unna Italics"/>
                  <a:cs typeface="Unna Italics"/>
                  <a:sym typeface="Unna Italics"/>
                </a:rPr>
                <a:t>Head, Student Affairs</a:t>
              </a:r>
            </a:p>
            <a:p>
              <a:pPr algn="ctr">
                <a:lnSpc>
                  <a:spcPts val="1262"/>
                </a:lnSpc>
              </a:pPr>
              <a:r>
                <a:rPr lang="en-US" sz="1147" i="true">
                  <a:solidFill>
                    <a:srgbClr val="000558"/>
                  </a:solidFill>
                  <a:latin typeface="Unna Italics"/>
                  <a:ea typeface="Unna Italics"/>
                  <a:cs typeface="Unna Italics"/>
                  <a:sym typeface="Unna Italics"/>
                </a:rPr>
                <a:t>IITM BS Degree Program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DAHLCC4ltys</dc:identifier>
  <dcterms:modified xsi:type="dcterms:W3CDTF">2011-08-01T06:04:30Z</dcterms:modified>
  <cp:revision>1</cp:revision>
  <dc:title>PARADOX'26 CERTIFICATES</dc:title>
</cp:coreProperties>
</file>