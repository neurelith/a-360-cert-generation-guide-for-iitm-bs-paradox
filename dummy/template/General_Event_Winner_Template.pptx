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Pastone" panose="02000500000000000000" charset="0"/>
      <p:regular r:id="rId3"/>
    </p:embeddedFont>
    <p:embeddedFont>
      <p:font typeface="Quiche" panose="020B0604020202020204" charset="0"/>
      <p:regular r:id="rId4"/>
    </p:embeddedFont>
    <p:embeddedFont>
      <p:font typeface="Roxaine Serif PERSONAL USE" panose="020B0604020202020204" charset="0"/>
      <p:regular r:id="rId5"/>
    </p:embeddedFont>
    <p:embeddedFont>
      <p:font typeface="RoxboroughCF" panose="020B0604020202020204" charset="0"/>
      <p:regular r:id="rId6"/>
    </p:embeddedFont>
    <p:embeddedFont>
      <p:font typeface="Times New Roman MT" panose="020B0604020202020204" charset="0"/>
      <p:regular r:id="rId7"/>
    </p:embeddedFont>
    <p:embeddedFont>
      <p:font typeface="Unna Italic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38" d="100"/>
          <a:sy n="138" d="100"/>
        </p:scale>
        <p:origin x="1788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560018" y="1074355"/>
            <a:ext cx="7136459" cy="5411290"/>
          </a:xfrm>
          <a:custGeom>
            <a:avLst/>
            <a:gdLst/>
            <a:ahLst/>
            <a:cxnLst/>
            <a:rect l="l" t="t" r="r" b="b"/>
            <a:pathLst>
              <a:path w="7136459" h="5411290">
                <a:moveTo>
                  <a:pt x="0" y="0"/>
                </a:moveTo>
                <a:lnTo>
                  <a:pt x="7136459" y="0"/>
                </a:lnTo>
                <a:lnTo>
                  <a:pt x="7136459" y="5411290"/>
                </a:lnTo>
                <a:lnTo>
                  <a:pt x="0" y="5411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864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6629" y="756000"/>
            <a:ext cx="8458741" cy="6048000"/>
          </a:xfrm>
          <a:custGeom>
            <a:avLst/>
            <a:gdLst/>
            <a:ahLst/>
            <a:cxnLst/>
            <a:rect l="l" t="t" r="r" b="b"/>
            <a:pathLst>
              <a:path w="8458741" h="6048000">
                <a:moveTo>
                  <a:pt x="0" y="0"/>
                </a:moveTo>
                <a:lnTo>
                  <a:pt x="8458742" y="0"/>
                </a:lnTo>
                <a:lnTo>
                  <a:pt x="8458742" y="6048000"/>
                </a:lnTo>
                <a:lnTo>
                  <a:pt x="0" y="6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6043" y="2814157"/>
            <a:ext cx="7219913" cy="2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certificate is proudly presented to:</a:t>
            </a:r>
          </a:p>
        </p:txBody>
      </p:sp>
      <p:sp>
        <p:nvSpPr>
          <p:cNvPr id="5" name="Freeform 5"/>
          <p:cNvSpPr/>
          <p:nvPr/>
        </p:nvSpPr>
        <p:spPr>
          <a:xfrm rot="-5400000">
            <a:off x="4245962" y="1204758"/>
            <a:ext cx="7136459" cy="5150484"/>
          </a:xfrm>
          <a:custGeom>
            <a:avLst/>
            <a:gdLst/>
            <a:ahLst/>
            <a:cxnLst/>
            <a:rect l="l" t="t" r="r" b="b"/>
            <a:pathLst>
              <a:path w="7136459" h="5150484">
                <a:moveTo>
                  <a:pt x="0" y="0"/>
                </a:moveTo>
                <a:lnTo>
                  <a:pt x="7136459" y="0"/>
                </a:lnTo>
                <a:lnTo>
                  <a:pt x="7136459" y="5150484"/>
                </a:lnTo>
                <a:lnTo>
                  <a:pt x="0" y="51504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9584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26842" y="966241"/>
            <a:ext cx="4038317" cy="65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73"/>
              </a:lnSpc>
              <a:spcBef>
                <a:spcPct val="0"/>
              </a:spcBef>
            </a:pPr>
            <a:r>
              <a:rPr lang="en-US" sz="3481">
                <a:solidFill>
                  <a:srgbClr val="865F1D"/>
                </a:solidFill>
                <a:latin typeface="Roxaine Serif PERSONAL USE"/>
                <a:ea typeface="Roxaine Serif PERSONAL USE"/>
                <a:cs typeface="Roxaine Serif PERSONAL USE"/>
                <a:sym typeface="Roxaine Serif PERSONAL USE"/>
              </a:rPr>
              <a:t>Certificate of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86028" y="1391574"/>
            <a:ext cx="11264057" cy="1082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42"/>
              </a:lnSpc>
              <a:spcBef>
                <a:spcPct val="0"/>
              </a:spcBef>
            </a:pPr>
            <a:r>
              <a:rPr lang="en-US" sz="5959" spc="-286">
                <a:solidFill>
                  <a:srgbClr val="865F1D"/>
                </a:solidFill>
                <a:latin typeface="Pastone"/>
                <a:ea typeface="Pastone"/>
                <a:cs typeface="Pastone"/>
                <a:sym typeface="Pastone"/>
              </a:rPr>
              <a:t>ACHIEVEMENT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6043" y="4436511"/>
            <a:ext cx="7219913" cy="52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 achieving &lt;&lt;position&gt;&gt; position in &lt;&lt;</a:t>
            </a:r>
            <a:r>
              <a:rPr lang="en-US" sz="15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event_name</a:t>
            </a:r>
            <a:r>
              <a:rPr lang="en-US" sz="15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&gt;&gt;.</a:t>
            </a:r>
          </a:p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Congratulations on your remarkable accomplishment.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69587" y="5466558"/>
            <a:ext cx="7155652" cy="853839"/>
            <a:chOff x="0" y="0"/>
            <a:chExt cx="9540870" cy="1138452"/>
          </a:xfrm>
        </p:grpSpPr>
        <p:sp>
          <p:nvSpPr>
            <p:cNvPr id="11" name="Freeform 11"/>
            <p:cNvSpPr/>
            <p:nvPr/>
          </p:nvSpPr>
          <p:spPr>
            <a:xfrm>
              <a:off x="0" y="30637"/>
              <a:ext cx="1111249" cy="1085547"/>
            </a:xfrm>
            <a:custGeom>
              <a:avLst/>
              <a:gdLst/>
              <a:ahLst/>
              <a:cxnLst/>
              <a:rect l="l" t="t" r="r" b="b"/>
              <a:pathLst>
                <a:path w="1111249" h="1085547">
                  <a:moveTo>
                    <a:pt x="0" y="0"/>
                  </a:moveTo>
                  <a:lnTo>
                    <a:pt x="1111249" y="0"/>
                  </a:lnTo>
                  <a:lnTo>
                    <a:pt x="1111249" y="1085547"/>
                  </a:lnTo>
                  <a:lnTo>
                    <a:pt x="0" y="1085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345" b="-19827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05839" y="0"/>
              <a:ext cx="1138452" cy="1138452"/>
            </a:xfrm>
            <a:custGeom>
              <a:avLst/>
              <a:gdLst/>
              <a:ahLst/>
              <a:cxnLst/>
              <a:rect l="l" t="t" r="r" b="b"/>
              <a:pathLst>
                <a:path w="1138452" h="1138452">
                  <a:moveTo>
                    <a:pt x="0" y="0"/>
                  </a:moveTo>
                  <a:lnTo>
                    <a:pt x="1138452" y="0"/>
                  </a:lnTo>
                  <a:lnTo>
                    <a:pt x="1138452" y="1138452"/>
                  </a:lnTo>
                  <a:lnTo>
                    <a:pt x="0" y="11384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6844742" y="169644"/>
              <a:ext cx="2696128" cy="292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47"/>
                </a:lnSpc>
                <a:spcBef>
                  <a:spcPct val="0"/>
                </a:spcBef>
              </a:pPr>
              <a:r>
                <a:rPr lang="en-US" sz="1319" u="none" strike="noStrike">
                  <a:solidFill>
                    <a:srgbClr val="835200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MS. KOTHAINAYAKI SK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05615" y="578751"/>
              <a:ext cx="1974381" cy="4240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62"/>
                </a:lnSpc>
              </a:pPr>
              <a:r>
                <a:rPr lang="en-US" sz="1147" i="1">
                  <a:solidFill>
                    <a:srgbClr val="835200"/>
                  </a:solidFill>
                  <a:latin typeface="Unna Italics"/>
                  <a:ea typeface="Unna Italics"/>
                  <a:cs typeface="Unna Italics"/>
                  <a:sym typeface="Unna Italics"/>
                </a:rPr>
                <a:t>Head, Student Affairs</a:t>
              </a:r>
            </a:p>
            <a:p>
              <a:pPr algn="ctr">
                <a:lnSpc>
                  <a:spcPts val="1262"/>
                </a:lnSpc>
              </a:pPr>
              <a:r>
                <a:rPr lang="en-US" sz="1147" i="1">
                  <a:solidFill>
                    <a:srgbClr val="835200"/>
                  </a:solidFill>
                  <a:latin typeface="Unna Italics"/>
                  <a:ea typeface="Unna Italics"/>
                  <a:cs typeface="Unna Italics"/>
                  <a:sym typeface="Unna Italics"/>
                </a:rPr>
                <a:t>IITM BS Degree Program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52766" y="3301314"/>
            <a:ext cx="9786467" cy="862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81"/>
              </a:lnSpc>
              <a:spcBef>
                <a:spcPct val="0"/>
              </a:spcBef>
            </a:pPr>
            <a:r>
              <a:rPr lang="en-US" sz="5058">
                <a:solidFill>
                  <a:srgbClr val="835200"/>
                </a:solidFill>
                <a:latin typeface="Quiche"/>
                <a:ea typeface="Quiche"/>
                <a:cs typeface="Quiche"/>
                <a:sym typeface="Quiche"/>
              </a:rPr>
              <a:t>&lt;&lt;name&gt;&gt;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RoxboroughCF</vt:lpstr>
      <vt:lpstr>Roxaine Serif PERSONAL USE</vt:lpstr>
      <vt:lpstr>Unna Italics</vt:lpstr>
      <vt:lpstr>Quiche</vt:lpstr>
      <vt:lpstr>Times New Roman MT</vt:lpstr>
      <vt:lpstr>Arial</vt:lpstr>
      <vt:lpstr>Pastone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WINNERS - PARADOX 2026 CERTIFICATES</dc:title>
  <cp:lastModifiedBy>trebz</cp:lastModifiedBy>
  <cp:revision>3</cp:revision>
  <dcterms:created xsi:type="dcterms:W3CDTF">2006-08-16T00:00:00Z</dcterms:created>
  <dcterms:modified xsi:type="dcterms:W3CDTF">2026-07-02T16:05:33Z</dcterms:modified>
  <dc:identifier>DAHLPgNWYdg</dc:identifier>
</cp:coreProperties>
</file>